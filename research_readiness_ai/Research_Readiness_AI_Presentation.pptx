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Readiness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Methodology &amp; Code Explanation</a:t>
            </a:r>
          </a:p>
          <a:p>
            <a:r>
              <a:t>(Real Project Structure &amp; Implementation)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Objective: Evaluate draft research papers and datasets, yielding a 0-100 Readiness Score.</a:t>
            </a:r>
          </a:p>
          <a:p>
            <a:pPr>
              <a:defRPr sz="1600"/>
            </a:pPr>
            <a:r>
              <a:t>4 Key Dimensions: Dataset Quality, Paper Structure, Literature, Methodology.</a:t>
            </a:r>
          </a:p>
          <a:p>
            <a:pPr>
              <a:defRPr sz="1600"/>
            </a:pPr>
            <a:r>
              <a:t>The project maps 24 extracted metrics into a single fused feature vector.</a:t>
            </a:r>
          </a:p>
          <a:p>
            <a:pPr>
              <a:defRPr sz="1600"/>
            </a:pPr>
            <a:r>
              <a:t>Outputs:</a:t>
            </a:r>
          </a:p>
          <a:p>
            <a:pPr>
              <a:defRPr sz="1600"/>
            </a:pPr>
            <a:r>
              <a:t> - An XGBoost-predicted Research Readiness Score (RRS)</a:t>
            </a:r>
          </a:p>
          <a:p>
            <a:pPr>
              <a:defRPr sz="1600"/>
            </a:pPr>
            <a:r>
              <a:t> - SHAP interpretability charts explaining the score</a:t>
            </a:r>
          </a:p>
          <a:p>
            <a:pPr>
              <a:defRPr sz="1600"/>
            </a:pPr>
            <a:r>
              <a:t> - Targeted actionable recommendations based on weak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Feature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All 24 metrics extracted from the 4 analyzers are flattened into a single, ordered list.</a:t>
            </a:r>
          </a:p>
          <a:p>
            <a:pPr>
              <a:defRPr sz="1600"/>
            </a:pPr>
            <a:r>
              <a:t>Maintaining this strict order (the FEATURE_NAMES list) is critical.</a:t>
            </a:r>
          </a:p>
          <a:p>
            <a:pPr>
              <a:defRPr sz="1600"/>
            </a:pPr>
            <a:r>
              <a:t>It guarantees that SHAP values can map numerical importances back to readable names.</a:t>
            </a:r>
          </a:p>
          <a:p>
            <a:pPr>
              <a:defRPr sz="1600"/>
            </a:pPr>
            <a:r>
              <a:t>Below is the actual implementation of the feature fusion: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# app/feature_fusion.py (Snippet)</a:t>
            </a:r>
            <a:br/>
            <a:r>
              <a:t>def fuse_features(dataset_report, paper_report, literature_report, methodology_report):</a:t>
            </a:r>
            <a:br/>
            <a:r>
              <a:t>    ds, pp = dataset_report["metrics"], paper_report["metrics"]</a:t>
            </a:r>
            <a:br/>
            <a:r>
              <a:t>    lit, mv = literature_report["metrics"], methodology_report["metrics"]</a:t>
            </a:r>
            <a:br/>
            <a:r>
              <a:t>    vector = [</a:t>
            </a:r>
            <a:br/>
            <a:r>
              <a:t>        ds["completeness"], ds["uniqueness"], ds["balance"], ds["validity"], ...</a:t>
            </a:r>
            <a:br/>
            <a:r>
              <a:t>        pp["section_completeness"], pp["citation_density"], ...</a:t>
            </a:r>
            <a:br/>
            <a:r>
              <a:t>        lit["reference_count_score"], lit["recency_score"], ...</a:t>
            </a:r>
            <a:br/>
            <a:r>
              <a:t>        mv["baseline_comparison"], mv["metric_selection"], ...</a:t>
            </a:r>
            <a:br/>
            <a:r>
              <a:t>    ]</a:t>
            </a:r>
            <a:br/>
            <a:r>
              <a:t>    return vector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XGBoost &amp; Weightings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Why XGBoost? It excels at mapping tabular, non-linear feature interactions to a single score.</a:t>
            </a:r>
          </a:p>
          <a:p>
            <a:pPr>
              <a:defRPr sz="1600"/>
            </a:pPr>
            <a:r>
              <a:t>Since a real dataset of 10,000 labeled papers doesn't exist, the project uses a synthetic generator.</a:t>
            </a:r>
          </a:p>
          <a:p>
            <a:pPr>
              <a:defRPr sz="1600"/>
            </a:pPr>
            <a:r>
              <a:t>It creates realistic data by applying a Reviewer-Informed Weighting Formula.</a:t>
            </a:r>
          </a:p>
          <a:p>
            <a:pPr>
              <a:defRPr sz="1600"/>
            </a:pPr>
            <a:r>
              <a:t>Methodology and paper structure metrics are assigned the highest weights.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# train_model.py (Actual Weighting Implementation)</a:t>
            </a:r>
            <a:br/>
            <a:r>
              <a:t>WEIGHTS = {</a:t>
            </a:r>
            <a:br/>
            <a:r>
              <a:t>    "ds_completeness": 0.9, "ds_size_adequacy": 1.0, </a:t>
            </a:r>
            <a:br/>
            <a:r>
              <a:t>    "pp_section_completeness": 1.3, "pp_novelty_signaling": 1.4,</a:t>
            </a:r>
            <a:br/>
            <a:r>
              <a:t>    "mv_baseline_comparison": 1.4, "mv_statistical_rigor": 1.3,</a:t>
            </a:r>
            <a:br/>
            <a:r>
              <a:t>    # ... other 18 weights</a:t>
            </a:r>
            <a:br/>
            <a:r>
              <a:t>}</a:t>
            </a:r>
            <a:br/>
            <a:r>
              <a:t># A Beta distribution generates metric scores. Then base score is:</a:t>
            </a:r>
            <a:br/>
            <a:r>
              <a:t>weighted_sum = df[FEATURE_NAMES].values @ weight_vec</a:t>
            </a:r>
            <a:br/>
            <a:r>
              <a:t>base_score = (weighted_sum / max_possible) * 100</a:t>
            </a:r>
            <a:br/>
            <a:r>
              <a:t>label = np.clip(base_score + noise, 0, 100) # Final Readiness Score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XGBoost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The XGBoost Regressor is trained to minimize the Mean Absolute Error (MAE).</a:t>
            </a:r>
          </a:p>
          <a:p>
            <a:pPr>
              <a:defRPr sz="1600"/>
            </a:pPr>
            <a:r>
              <a:t>It uses 300 estimators and limits depth to 4 to prevent overfitting the synthetic data.</a:t>
            </a:r>
          </a:p>
          <a:p>
            <a:pPr>
              <a:defRPr sz="1600"/>
            </a:pPr>
            <a:r>
              <a:t>The trained model is then serialized via joblib for the FastAPI backend.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# train_model.py (Actual Training Logic)</a:t>
            </a:r>
            <a:br/>
            <a:r>
              <a:t>model = xgb.XGBRegressor(</a:t>
            </a:r>
            <a:br/>
            <a:r>
              <a:t>    n_estimators=300,</a:t>
            </a:r>
            <a:br/>
            <a:r>
              <a:t>    max_depth=4,</a:t>
            </a:r>
            <a:br/>
            <a:r>
              <a:t>    learning_rate=0.05,</a:t>
            </a:r>
            <a:br/>
            <a:r>
              <a:t>    subsample=0.85,</a:t>
            </a:r>
            <a:br/>
            <a:r>
              <a:t>    colsample_bytree=0.85,</a:t>
            </a:r>
            <a:br/>
            <a:r>
              <a:t>    reg_lambda=1.0,</a:t>
            </a:r>
            <a:br/>
            <a:r>
              <a:t>    random_state=42,</a:t>
            </a:r>
            <a:br/>
            <a:r>
              <a:t>    objective="reg:squarederror",</a:t>
            </a:r>
            <a:br/>
            <a:r>
              <a:t>)</a:t>
            </a:r>
            <a:br/>
            <a:r>
              <a:t>model.fit(X_train, y_train, eval_set=[(X_test, y_test)], verbose=False)</a:t>
            </a:r>
            <a:br/>
            <a:r>
              <a:t>joblib.dump(model, "models/rrs_xgboost.joblib")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SHAP Explainer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Why SHAP? XGBoost is a 'black box'. SHAP makes it transparent.</a:t>
            </a:r>
          </a:p>
          <a:p>
            <a:pPr>
              <a:defRPr sz="1600"/>
            </a:pPr>
            <a:r>
              <a:t>SHAP (SHapley Additive exPlanations) breaks down the final score prediction.</a:t>
            </a:r>
          </a:p>
          <a:p>
            <a:pPr>
              <a:defRPr sz="1600"/>
            </a:pPr>
            <a:r>
              <a:t>It tells the user exactly how much each specific metric pushed the score up or down.</a:t>
            </a:r>
          </a:p>
          <a:p>
            <a:pPr>
              <a:defRPr sz="1600"/>
            </a:pPr>
            <a:r>
              <a:t>The explainer calculates the impact for a single uploaded paper.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# app/shap_explainer.py (Actual SHAP Logic)</a:t>
            </a:r>
            <a:br/>
            <a:r>
              <a:t>def explain(feature_vector, top_k=8):</a:t>
            </a:r>
            <a:br/>
            <a:r>
              <a:t>    explainer = shap.TreeExplainer(model)</a:t>
            </a:r>
            <a:br/>
            <a:r>
              <a:t>    X = pd.DataFrame([feature_vector], columns=FEATURE_NAMES)</a:t>
            </a:r>
            <a:br/>
            <a:r>
              <a:t>    shap_values = explainer(X)</a:t>
            </a:r>
            <a:br/>
            <a:r>
              <a:t>    </a:t>
            </a:r>
            <a:br/>
            <a:r>
              <a:t>    contributions = list(zip(FEATURE_NAMES, feature_vector, shap_values.values[0]))</a:t>
            </a:r>
            <a:br/>
            <a:r>
              <a:t>    contributions.sort(key=lambda t: abs(t[2]), reverse=True) # Sort by absolute impact</a:t>
            </a:r>
            <a:br/>
            <a:r>
              <a:t>    </a:t>
            </a:r>
            <a:br/>
            <a:r>
              <a:t>    top_positive = [c for c in contributions if c[2] &gt; 0][:top_k]</a:t>
            </a:r>
            <a:br/>
            <a:r>
              <a:t>    top_negative = [c for c in contributions if c[2] &lt; 0][:top_k]</a:t>
            </a:r>
            <a:br/>
            <a:r>
              <a:t>    return {"top_positive_contributors": top_positive, ...}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Input: User POSTs files to `/assess` endpoint in FastAPI.</a:t>
            </a:r>
          </a:p>
          <a:p>
            <a:pPr>
              <a:defRPr sz="1600"/>
            </a:pPr>
            <a:r>
              <a:t>2. Parse: Analyzers process PDF text &amp; CSV data into 24 metrics.</a:t>
            </a:r>
          </a:p>
          <a:p>
            <a:pPr>
              <a:defRPr sz="1600"/>
            </a:pPr>
            <a:r>
              <a:t>3. Fuse: feature_fusion.py flattens the 24 metrics into a vector.</a:t>
            </a:r>
          </a:p>
          <a:p>
            <a:pPr>
              <a:defRPr sz="1600"/>
            </a:pPr>
            <a:r>
              <a:t>4. Predict: models/rrs_xgboost.joblib generates the 0-100 score.</a:t>
            </a:r>
          </a:p>
          <a:p>
            <a:pPr>
              <a:defRPr sz="1600"/>
            </a:pPr>
            <a:r>
              <a:t>5. Explain: shap_explainer.py maps feature impacts.</a:t>
            </a:r>
          </a:p>
          <a:p>
            <a:pPr>
              <a:defRPr sz="1600"/>
            </a:pPr>
            <a:r>
              <a:t>6. Recommend: rule-engine checks metrics against thresholds.</a:t>
            </a:r>
          </a:p>
          <a:p>
            <a:pPr>
              <a:defRPr sz="1600"/>
            </a:pPr>
            <a:r>
              <a:t>7. Output: JSON response returned to the frontend.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# app/main.py (Endpoint architecture snippet)</a:t>
            </a:r>
            <a:br/>
            <a:r>
              <a:t>@app.post("/assess")</a:t>
            </a:r>
            <a:br/>
            <a:r>
              <a:t>async def assess(paper: UploadFile = File(...), dataset: UploadFile = File(None)):</a:t>
            </a:r>
            <a:br/>
            <a:r>
              <a:t>    ...</a:t>
            </a:r>
            <a:br/>
            <a:r>
              <a:t>    feature_vector = fuse_features(ds_report, pp_report, lit_report, mv_report)</a:t>
            </a:r>
            <a:br/>
            <a:r>
              <a:t>    rrs = predict_rrs(feature_vector)</a:t>
            </a:r>
            <a:br/>
            <a:r>
              <a:t>    shap_explanation = explain(feature_vector)</a:t>
            </a:r>
            <a:br/>
            <a:r>
              <a:t>    recommendations = generate_recommendations(dict(zip(FEATURE_NAMES, feature_vector)))</a:t>
            </a:r>
            <a:br/>
            <a:r>
              <a:t>    </a:t>
            </a:r>
            <a:br/>
            <a:r>
              <a:t>    return {"score": rrs, "explainability": shap_explanation, ...}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